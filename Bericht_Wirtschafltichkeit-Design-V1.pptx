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61" r:id="rId5"/>
    <p:sldId id="259" r:id="rId6"/>
    <p:sldId id="263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1" d="100"/>
          <a:sy n="61" d="100"/>
        </p:scale>
        <p:origin x="68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E11228-B540-0A9E-5E2C-39D5FD4938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9C9044A-DC16-E242-4BD2-8DD9AA7AB1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25DA88-BAA9-0417-E866-910350001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FB937E-19CA-1794-2F5C-C6D2595FB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59EB1E-A2F1-6E96-9624-D7467803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1240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8B5B80-FB85-88A5-FA5A-C9C876B8C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28D684-B96C-1C8D-5F5E-739950FDD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CC0616-C85E-F015-0BBE-F738680FE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F24E45-25C8-3289-FFC5-CCAE6A02C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37BA12-4E92-F1C5-065F-B0A6ED08C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9660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885539-82CA-5F8A-2A18-72A1BC05E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AA5CE3-BB3F-BFA2-F6E5-C3D5042F6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D052AC-098E-DDC9-D6B1-34EAD0D93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4D00AB-7BF5-A993-7DA0-B6E5E265B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7CC451A-43FB-5831-317E-D06B4CB6D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992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3A6918-3B3F-2857-48C3-77F3B302A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F15ADC-48E4-FA49-CA3E-F72EFD185C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781F702-075A-F647-A5A1-3032D63525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F5BC999-06DB-3766-B056-A8CC2345E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BA31B7C-B04A-D489-8A76-1CCC002F3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ABE533-D7D4-D2A1-8645-E1E1365A3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528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430AF0-96FC-5EDA-E7BE-5555E6A8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87C6CE-0D63-CD7C-D5F3-17143F6F0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50E9393-54F4-C4F0-9721-D03EC66087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8516B5B-1336-88DE-6FA0-260BA0437C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E22074-CECA-B416-A845-A907FAED0F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D42E795-AAD9-F5E4-ADAB-F86CF1307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FEDA443-A5D6-FB85-4429-390D5B530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05AF561-D16E-840C-E0D6-A5C2366E9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436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A1AFB-2BC2-0CB0-1B72-8B10CD6AD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FC236-C90F-6FC0-AF64-5E6BE4459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779AE4-AA4E-4A34-6872-31A62567E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93590C-EAA3-F34B-DC1B-75FE315B9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2697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F8E50E6-FAF0-5FDF-B63F-24A389BD9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09949EA-4042-26EA-7C62-364A4DB42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3B5390-1980-3911-6118-835D219D1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542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2A67E-AA2A-97BD-3965-D9D3615CA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8E83FB-9E8E-75D0-75F4-480FA9E77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B7BC05F-AC87-4CF1-630B-73C058D92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EF97622-0C2F-7395-F12D-998F02B9C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962D5CA-59D8-12AD-1CC4-17F1CCEC4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D7E0F68-79C2-BFB6-4F7E-4F816844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738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61D711-0B41-DC58-3B85-5842F8F8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24DCE67-3885-2AEF-5813-960C9606E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263078F-6446-F96D-798A-6AFB83581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966CE4-4341-06A9-4546-860603625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3AA514-A36C-DF33-5F41-BBF23AD0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CB3E0A3-D168-0899-8EC6-458C7433A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3778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023A79-30C1-BC68-0228-A056E51D2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2F58A50-2430-7FF8-062E-6228C368B5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D05EB6-FB3E-6398-11CA-5902C2F2E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588E25-B2E8-9651-5712-0268592C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59EF17-2215-E01C-7A80-A6CEFC9C1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9917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1C7D570-AA29-3BFA-A543-6F76482F55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9277274-1DDD-52B7-4C56-D374203035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4C7F38-56A0-EB74-F7A2-A3B7A6D1F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FEB74A-1B6D-C55B-E165-26DC84356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7355EA-DAED-7E69-B262-F8541011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9921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18E57D9-038A-17ED-E36A-AA65789BC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688960-6868-B051-F980-7409C8B0F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8EED61-4E77-1CFB-23C6-CF308490A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7E3102-00BD-4C34-90DF-5B426C8D0011}" type="datetimeFigureOut">
              <a:rPr lang="de-DE" smtClean="0"/>
              <a:t>16.08.2026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074DAA-B4F3-D277-7C4A-C8EC255D48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40272E3-40D9-5070-B40F-6CE8772A5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9745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6.png"/><Relationship Id="rId4" Type="http://schemas.openxmlformats.org/officeDocument/2006/relationships/image" Target="../media/image7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5C8991-E3A5-F79E-D144-138B429E2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0" y="68195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Seite 2: Dialog Projektvarianten (ist)</a:t>
            </a:r>
          </a:p>
          <a:p>
            <a:pPr marL="0" indent="0">
              <a:buNone/>
            </a:pPr>
            <a:r>
              <a:rPr lang="de-DE" dirty="0"/>
              <a:t>Seite 3: Bericht &amp; Kosten (Ist), Aufruf Dialog Projektvarianten</a:t>
            </a:r>
          </a:p>
          <a:p>
            <a:pPr marL="0" indent="0">
              <a:buNone/>
            </a:pPr>
            <a:r>
              <a:rPr lang="de-DE" dirty="0"/>
              <a:t>Seite  4ff: Soll-Zustand: Die horizontalen Tabs sollen</a:t>
            </a:r>
            <a:br>
              <a:rPr lang="de-DE" dirty="0"/>
            </a:br>
            <a:r>
              <a:rPr lang="de-DE" dirty="0"/>
              <a:t>Vertikal (wie Detaillierte Simulation) angeordnet werden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D881218-E12C-D105-5AA5-F2573043F3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256" y="3289443"/>
            <a:ext cx="6236463" cy="3487691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C3DE475-6340-568E-B5C1-05E606A56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1234" y="2758401"/>
            <a:ext cx="3378374" cy="463574"/>
          </a:xfrm>
          <a:prstGeom prst="rect">
            <a:avLst/>
          </a:prstGeom>
        </p:spPr>
      </p:pic>
      <p:sp>
        <p:nvSpPr>
          <p:cNvPr id="8" name="Pfeil: nach unten 7">
            <a:extLst>
              <a:ext uri="{FF2B5EF4-FFF2-40B4-BE49-F238E27FC236}">
                <a16:creationId xmlns:a16="http://schemas.microsoft.com/office/drawing/2014/main" id="{D9C74AB9-78DD-9BF3-FEBE-5CCA42B7373F}"/>
              </a:ext>
            </a:extLst>
          </p:cNvPr>
          <p:cNvSpPr/>
          <p:nvPr/>
        </p:nvSpPr>
        <p:spPr>
          <a:xfrm>
            <a:off x="5840743" y="3165431"/>
            <a:ext cx="370114" cy="4354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7159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F622B94-E815-6565-A75D-4BD143D72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26" y="63327"/>
            <a:ext cx="11640148" cy="673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075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78A9A39-49FF-967D-FC39-E9FA958F9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760" y="81507"/>
            <a:ext cx="10431897" cy="678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598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46A0-E5E2-EE9A-9505-458C0C111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2A9D175D-BE78-5D8D-E677-7049D3AF2555}"/>
              </a:ext>
            </a:extLst>
          </p:cNvPr>
          <p:cNvSpPr/>
          <p:nvPr/>
        </p:nvSpPr>
        <p:spPr>
          <a:xfrm>
            <a:off x="315686" y="487012"/>
            <a:ext cx="11560628" cy="60415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3F32791-8027-DF12-6C0A-C0C3FB9FB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40" y="1678661"/>
            <a:ext cx="4312218" cy="40703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541BCEA-4E0A-F736-24DA-FCE91FC3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685" y="1569804"/>
            <a:ext cx="4929962" cy="266507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B30DFC3-50EB-803B-6B44-3BECEF0A8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492" y="2235470"/>
            <a:ext cx="1883112" cy="28847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ECE6DDF-1DD0-24F7-0394-90A9EE0CC8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021" y="2268350"/>
            <a:ext cx="2970013" cy="19323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2A1EE411-2F6E-7781-1B31-2840F88E53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4090" y="3891489"/>
            <a:ext cx="2121009" cy="292115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2B74BE46-ED3A-FDB1-8FEE-6184FBF8B0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9347" y="2579311"/>
            <a:ext cx="1930499" cy="311166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A0693280-E82F-2510-080F-6F1904A7E44E}"/>
              </a:ext>
            </a:extLst>
          </p:cNvPr>
          <p:cNvSpPr txBox="1"/>
          <p:nvPr/>
        </p:nvSpPr>
        <p:spPr>
          <a:xfrm>
            <a:off x="1673014" y="621171"/>
            <a:ext cx="1170600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Kosten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7EE3EB-853E-9419-FF10-66DB6D11F645}"/>
              </a:ext>
            </a:extLst>
          </p:cNvPr>
          <p:cNvSpPr txBox="1"/>
          <p:nvPr/>
        </p:nvSpPr>
        <p:spPr>
          <a:xfrm>
            <a:off x="2822224" y="611368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Wirtschaftlichkeit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A170E9F-1676-B823-6A44-076DCD8A54B3}"/>
              </a:ext>
            </a:extLst>
          </p:cNvPr>
          <p:cNvSpPr txBox="1"/>
          <p:nvPr/>
        </p:nvSpPr>
        <p:spPr>
          <a:xfrm>
            <a:off x="4306048" y="611877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Bericht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8EDE459-F34B-6BC2-456C-5602F6BBB0A3}"/>
              </a:ext>
            </a:extLst>
          </p:cNvPr>
          <p:cNvSpPr txBox="1"/>
          <p:nvPr/>
        </p:nvSpPr>
        <p:spPr>
          <a:xfrm>
            <a:off x="521041" y="621172"/>
            <a:ext cx="1070016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Übersicht</a:t>
            </a:r>
          </a:p>
        </p:txBody>
      </p:sp>
    </p:spTree>
    <p:extLst>
      <p:ext uri="{BB962C8B-B14F-4D97-AF65-F5344CB8AC3E}">
        <p14:creationId xmlns:p14="http://schemas.microsoft.com/office/powerpoint/2010/main" val="4121325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67C3C-E572-E46B-305B-00C1DDC0D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3316E15-6DB4-4253-3FB8-264B1C5AD987}"/>
              </a:ext>
            </a:extLst>
          </p:cNvPr>
          <p:cNvSpPr/>
          <p:nvPr/>
        </p:nvSpPr>
        <p:spPr>
          <a:xfrm>
            <a:off x="315686" y="487012"/>
            <a:ext cx="11560628" cy="60415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B93B145-40CE-D48C-50E6-CF39B7B8F01B}"/>
              </a:ext>
            </a:extLst>
          </p:cNvPr>
          <p:cNvSpPr txBox="1"/>
          <p:nvPr/>
        </p:nvSpPr>
        <p:spPr>
          <a:xfrm>
            <a:off x="1673014" y="621171"/>
            <a:ext cx="1170600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Kosten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B6645E25-646D-F7F9-B0F2-EAE0DBEB2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67" y="3754160"/>
            <a:ext cx="2560925" cy="249435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F41C1CFF-C814-86A7-1C13-64668EB98F5B}"/>
              </a:ext>
            </a:extLst>
          </p:cNvPr>
          <p:cNvSpPr txBox="1"/>
          <p:nvPr/>
        </p:nvSpPr>
        <p:spPr>
          <a:xfrm>
            <a:off x="2822224" y="611368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Wirtschaftlichkeit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3F79FED-3E1D-A256-D87B-F00BD8A722FB}"/>
              </a:ext>
            </a:extLst>
          </p:cNvPr>
          <p:cNvSpPr txBox="1"/>
          <p:nvPr/>
        </p:nvSpPr>
        <p:spPr>
          <a:xfrm>
            <a:off x="4306048" y="611877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Bericht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362E4B9-D25B-6750-39D3-487425F05FBF}"/>
              </a:ext>
            </a:extLst>
          </p:cNvPr>
          <p:cNvSpPr txBox="1"/>
          <p:nvPr/>
        </p:nvSpPr>
        <p:spPr>
          <a:xfrm>
            <a:off x="521040" y="621171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Übersicht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6493C269-69D0-9BCE-96FF-EEB8DD2D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67" y="1191152"/>
            <a:ext cx="4929962" cy="2665074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147BCF-92A7-066F-BCD4-8C02F7D4A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634" y="1191152"/>
            <a:ext cx="5450216" cy="4953616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D3E797FA-C03B-DB74-31CB-FDB7EA518B64}"/>
              </a:ext>
            </a:extLst>
          </p:cNvPr>
          <p:cNvSpPr txBox="1"/>
          <p:nvPr/>
        </p:nvSpPr>
        <p:spPr>
          <a:xfrm>
            <a:off x="5811380" y="580590"/>
            <a:ext cx="58644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Kosten Investition, Betrieb, Energie aus Kostenverwaltung</a:t>
            </a:r>
            <a:br>
              <a:rPr lang="de-DE" dirty="0"/>
            </a:br>
            <a:r>
              <a:rPr lang="de-DE" dirty="0"/>
              <a:t>kompakt anzeigen, Sprung zu Formular möglich.</a:t>
            </a:r>
          </a:p>
        </p:txBody>
      </p:sp>
    </p:spTree>
    <p:extLst>
      <p:ext uri="{BB962C8B-B14F-4D97-AF65-F5344CB8AC3E}">
        <p14:creationId xmlns:p14="http://schemas.microsoft.com/office/powerpoint/2010/main" val="130404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B9173-28C6-3C02-6897-9928B130F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6415DAF-28A5-277D-6B32-F2C9EE238D4E}"/>
              </a:ext>
            </a:extLst>
          </p:cNvPr>
          <p:cNvSpPr/>
          <p:nvPr/>
        </p:nvSpPr>
        <p:spPr>
          <a:xfrm>
            <a:off x="315686" y="487012"/>
            <a:ext cx="11560628" cy="60415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A1A437D-92FB-24D6-0EA4-C0662FFD449C}"/>
              </a:ext>
            </a:extLst>
          </p:cNvPr>
          <p:cNvSpPr txBox="1"/>
          <p:nvPr/>
        </p:nvSpPr>
        <p:spPr>
          <a:xfrm>
            <a:off x="1673014" y="621171"/>
            <a:ext cx="1170600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Kosten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20AB320-CD9C-3370-EDCD-68C87FEBB759}"/>
              </a:ext>
            </a:extLst>
          </p:cNvPr>
          <p:cNvSpPr txBox="1"/>
          <p:nvPr/>
        </p:nvSpPr>
        <p:spPr>
          <a:xfrm>
            <a:off x="2703677" y="611876"/>
            <a:ext cx="160237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Wirtschaftlichkeit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A31E482-EF4E-C860-0674-770D9BF3C6F9}"/>
              </a:ext>
            </a:extLst>
          </p:cNvPr>
          <p:cNvSpPr txBox="1"/>
          <p:nvPr/>
        </p:nvSpPr>
        <p:spPr>
          <a:xfrm>
            <a:off x="4306048" y="611877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Bericht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3E34FD25-0FF8-38B8-5A23-FC227A119D1B}"/>
              </a:ext>
            </a:extLst>
          </p:cNvPr>
          <p:cNvSpPr txBox="1"/>
          <p:nvPr/>
        </p:nvSpPr>
        <p:spPr>
          <a:xfrm>
            <a:off x="521040" y="621171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Übersicht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3D4B149-C9B4-D993-8E0B-D76D9EBE3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784" y="1016501"/>
            <a:ext cx="8439584" cy="5512083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17AABFE3-62F1-0473-9D0C-3057831F487B}"/>
              </a:ext>
            </a:extLst>
          </p:cNvPr>
          <p:cNvSpPr/>
          <p:nvPr/>
        </p:nvSpPr>
        <p:spPr>
          <a:xfrm>
            <a:off x="8101584" y="6190488"/>
            <a:ext cx="1107784" cy="3380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24E1E62-0EFA-7AD3-CAC4-F5F8D17ADB01}"/>
              </a:ext>
            </a:extLst>
          </p:cNvPr>
          <p:cNvSpPr/>
          <p:nvPr/>
        </p:nvSpPr>
        <p:spPr>
          <a:xfrm>
            <a:off x="3617976" y="6190488"/>
            <a:ext cx="1107784" cy="3380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279CEB-3E9B-6B9D-931B-1861D88A67F1}"/>
              </a:ext>
            </a:extLst>
          </p:cNvPr>
          <p:cNvSpPr/>
          <p:nvPr/>
        </p:nvSpPr>
        <p:spPr>
          <a:xfrm>
            <a:off x="4800635" y="6222945"/>
            <a:ext cx="1107784" cy="3380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1846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8822-89BE-C6F1-5B92-E14BEE343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2BA02C1-0852-072E-9599-9A987180C3DB}"/>
              </a:ext>
            </a:extLst>
          </p:cNvPr>
          <p:cNvSpPr/>
          <p:nvPr/>
        </p:nvSpPr>
        <p:spPr>
          <a:xfrm>
            <a:off x="315686" y="487012"/>
            <a:ext cx="11560628" cy="60415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E2A1730-D287-C5FD-4354-DDED0A569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40" y="1678661"/>
            <a:ext cx="4312218" cy="40703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C550913-9F4E-6104-DF7F-CE01BFEC9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685" y="1569804"/>
            <a:ext cx="4929962" cy="266507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674E4C6-D17D-3E4A-424C-37F24FA47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492" y="2235470"/>
            <a:ext cx="1883112" cy="28847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DA747ED-3353-C1D4-F78E-0D8D814B8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021" y="2268350"/>
            <a:ext cx="2970013" cy="19323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5E1B21C3-87AB-C1EA-9A12-3F4659861A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4091" y="3782884"/>
            <a:ext cx="2121009" cy="292115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AEF880D0-712E-6A0F-4232-4764BE36E7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9347" y="2579311"/>
            <a:ext cx="1930499" cy="31116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F478F086-3608-A9B4-8655-81B338F533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040" y="3790225"/>
            <a:ext cx="1852046" cy="54472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008C0C99-A567-69F1-8BBA-44BF2072AA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450" y="3350012"/>
            <a:ext cx="2570984" cy="31557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E5F7665B-0604-8111-0420-E94E318FB44B}"/>
              </a:ext>
            </a:extLst>
          </p:cNvPr>
          <p:cNvSpPr txBox="1"/>
          <p:nvPr/>
        </p:nvSpPr>
        <p:spPr>
          <a:xfrm>
            <a:off x="1673014" y="621171"/>
            <a:ext cx="1170600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Kosten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51C37E3-064C-9AC8-67A0-AF3266DDC621}"/>
              </a:ext>
            </a:extLst>
          </p:cNvPr>
          <p:cNvSpPr txBox="1"/>
          <p:nvPr/>
        </p:nvSpPr>
        <p:spPr>
          <a:xfrm>
            <a:off x="2822224" y="611368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Wirtschaftlichkeit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39F76F8-3B1B-C3E4-D114-E4DE26A91AF9}"/>
              </a:ext>
            </a:extLst>
          </p:cNvPr>
          <p:cNvSpPr txBox="1"/>
          <p:nvPr/>
        </p:nvSpPr>
        <p:spPr>
          <a:xfrm>
            <a:off x="4306048" y="611877"/>
            <a:ext cx="160237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Bericht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D78D2BEE-EF5F-1E8A-5812-588A09F0FEAF}"/>
              </a:ext>
            </a:extLst>
          </p:cNvPr>
          <p:cNvSpPr txBox="1"/>
          <p:nvPr/>
        </p:nvSpPr>
        <p:spPr>
          <a:xfrm>
            <a:off x="521040" y="621171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Übersicht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EEDA0F7-4887-235E-202C-D3362A39F01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021" y="1058124"/>
            <a:ext cx="10582698" cy="521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343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</Words>
  <Application>Microsoft Office PowerPoint</Application>
  <PresentationFormat>Breitbild</PresentationFormat>
  <Paragraphs>21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info</dc:creator>
  <cp:lastModifiedBy>info</cp:lastModifiedBy>
  <cp:revision>10</cp:revision>
  <dcterms:created xsi:type="dcterms:W3CDTF">2026-08-16T16:09:53Z</dcterms:created>
  <dcterms:modified xsi:type="dcterms:W3CDTF">2026-08-16T20:01:08Z</dcterms:modified>
</cp:coreProperties>
</file>